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SDDE Technical Instructions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Software Development Document Environment &amp; AI RAG Integration</a:t>
            </a:r>
          </a:p>
          <a:p>
            <a:r>
              <a:t>System Operations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Multi-Database compatible (H2, PostgreSQL, Oracle, SQL Server)</a:t>
            </a:r>
          </a:p>
          <a:p>
            <a:r>
              <a:t>- Front-End: Modern React + Vite with Clerk &amp; LDAP Configurable authentication</a:t>
            </a:r>
          </a:p>
          <a:p>
            <a:r>
              <a:t>- Back-End: Robust Spring Boot with Spring Security</a:t>
            </a:r>
          </a:p>
          <a:p>
            <a:r>
              <a:t>- AI Engine: Python Flask Backend with FAISS Vector Index and Ollama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 Authorization: Maker-Checker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Maker uploads technical files inside a designated Phase (1-7).</a:t>
            </a:r>
          </a:p>
          <a:p>
            <a:r>
              <a:t>- Document status transitions to PENDING state.</a:t>
            </a:r>
          </a:p>
          <a:p>
            <a:r>
              <a:t>- Checker accesses Report logs, analyzes document details and uploads approval.</a:t>
            </a:r>
          </a:p>
          <a:p>
            <a:r>
              <a:t>- Fully audited trail tracks all system transitions with date/time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